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3FF88B-5970-40AE-BB0E-DE04A3AE6306}">
  <a:tblStyle styleId="{663FF88B-5970-40AE-BB0E-DE04A3AE630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d22d643f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d22d643f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d22d643f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d22d643f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d22d643f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d22d643f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d22d643f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d22d643f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d22d643f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d22d643f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d22d643f3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d22d643f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d22d643f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d22d643f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d22d643f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d22d643f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d22d643f3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d22d643f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77050" y="2055075"/>
            <a:ext cx="8520600" cy="12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D1D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D1D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Интеллектуальная система автоматизированной сверки вёрстки веб-страницы с макетом Figma на основе компьютерного зрения и локальных языковых моделей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D1D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668175" y="3783600"/>
            <a:ext cx="4356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Выполнила: </a:t>
            </a:r>
            <a:r>
              <a:rPr lang="ru" sz="1400">
                <a:solidFill>
                  <a:schemeClr val="dk1"/>
                </a:solidFill>
              </a:rPr>
              <a:t>Петрыкина Ольга Сергеевна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Руководитель: </a:t>
            </a: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Ушаков Владимир Александрович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46350" y="0"/>
            <a:ext cx="845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1D1D1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 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2320925" y="774675"/>
            <a:ext cx="43569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D1D1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D1D1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Факультет компьютерных наук </a:t>
            </a:r>
            <a:endParaRPr>
              <a:solidFill>
                <a:srgbClr val="1D1D1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Кафедра информационных систем</a:t>
            </a:r>
            <a:endParaRPr>
              <a:solidFill>
                <a:srgbClr val="1D1D1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999375" y="45762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1D1D1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Воронеж, 2026</a:t>
            </a:r>
            <a:endParaRPr sz="1000">
              <a:solidFill>
                <a:srgbClr val="1D1D1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Цель и задачи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Цель - разработать локальную систему автоматизированного сравнения вёрстки с макетом Figma с применением компьютерного зрения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и локальных языковых моделей.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Задачи: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1. Проанализировать предметную область и существующие аналоги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2. Сформулировать функциональные и нефункциональные требования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3. Спроектировать модульную конвейерную архитектуру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4. Реализовать модули получения данных, попиксельного анализа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   и нейросетевой классификации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5. Интегрировать Ollama для генерации русскоязычных описаний дефектов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6. Разработать интерфейсы управления: CLI, веб-панель, десктоп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Проблема и решение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082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1D1D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Проблема:</a:t>
            </a:r>
            <a:endParaRPr sz="1400">
              <a:solidFill>
                <a:srgbClr val="1D1D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1D1D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• Ручная сверка — субъективна, трудоёмка, без отчётов</a:t>
            </a:r>
            <a:endParaRPr sz="1400">
              <a:solidFill>
                <a:srgbClr val="1D1D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1D1D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• Облачные сервисы — платные, данные уходят в облако</a:t>
            </a:r>
            <a:endParaRPr sz="1400">
              <a:solidFill>
                <a:srgbClr val="1D1D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1D1D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• Open-source — много ложных срабатываний, нет семантики</a:t>
            </a:r>
            <a:endParaRPr sz="1400">
              <a:solidFill>
                <a:srgbClr val="1D1D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1D1D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1D1D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Решение:</a:t>
            </a:r>
            <a:endParaRPr sz="1400">
              <a:solidFill>
                <a:srgbClr val="1D1D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1D1D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• Полностью локальная система с прямой интеграцией Figma API</a:t>
            </a:r>
            <a:endParaRPr sz="1400">
              <a:solidFill>
                <a:srgbClr val="1D1D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1D1D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• Гибридный анализ: компьютерное зрение + нейросети + LLM</a:t>
            </a:r>
            <a:endParaRPr sz="1400">
              <a:solidFill>
                <a:srgbClr val="1D1D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1D1D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• Русскоязычные отчёты с вердиктом PASS/FAIL</a:t>
            </a:r>
            <a:endParaRPr sz="1400">
              <a:solidFill>
                <a:srgbClr val="1D1D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1D1D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Сравнение с аналогами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171525" y="133455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{663FF88B-5970-40AE-BB0E-DE04A3AE6306}</a:tableStyleId>
              </a:tblPr>
              <a:tblGrid>
                <a:gridCol w="1836575"/>
                <a:gridCol w="1706050"/>
                <a:gridCol w="1706050"/>
                <a:gridCol w="1706050"/>
                <a:gridCol w="1706050"/>
              </a:tblGrid>
              <a:tr h="3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Критерий</a:t>
                      </a:r>
                      <a:endParaRPr b="1"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Облачные (SaaS)</a:t>
                      </a:r>
                      <a:endParaRPr b="1"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Open-Source</a:t>
                      </a:r>
                      <a:endParaRPr b="1"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Ручная проверка</a:t>
                      </a:r>
                      <a:endParaRPr b="1"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Наша система</a:t>
                      </a:r>
                      <a:endParaRPr b="1"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Стоимость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От $29/мес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Бесплатно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Бесплатно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Бесплатно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Хранение данных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Облако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Локально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Не хранится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Локально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Интеграция с Figma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Нет/Частично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Нет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Ручной экспорт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Прямая (API)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Язык отчётов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Английский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Английский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Субъективный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Русский (LLM)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Интеллектуальный анализ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Да (в облаке)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Нет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Человеческий фактор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Локальные нейросети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Архитектура системы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7950"/>
            <a:ext cx="8839200" cy="2191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Конвейер обработки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8075"/>
            <a:ext cx="8839199" cy="1220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Интерфейс системы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588" y="986250"/>
            <a:ext cx="8262824" cy="37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Результаты эксперимента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75" y="1017725"/>
            <a:ext cx="605426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Демонстрация и преимущества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ru" sz="441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Интерфейс:</a:t>
            </a:r>
            <a:endParaRPr sz="441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78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" sz="441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Веб-панель на Flask: настройка параметров, мониторинг</a:t>
            </a:r>
            <a:endParaRPr sz="441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78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" sz="441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Отчёт: вердикт, метрики, кропы дефектов, diff-карта</a:t>
            </a:r>
            <a:endParaRPr sz="441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78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" sz="441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Форматы: HTML (интерактивный), TXT (лог), JSON (интеграция)</a:t>
            </a:r>
            <a:endParaRPr sz="441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ru" sz="441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Преимущества:</a:t>
            </a:r>
            <a:endParaRPr sz="441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78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" sz="441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Полная локальность — данные не покидают ПК  </a:t>
            </a:r>
            <a:endParaRPr sz="441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78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" sz="441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Прямая интеграция Figma — без ручного экспорта  </a:t>
            </a:r>
            <a:endParaRPr sz="441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78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" sz="441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Гибридный анализ — минимум ложных срабатываний  </a:t>
            </a:r>
            <a:endParaRPr sz="441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78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" sz="441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Русскоязычные отчёты — понятно дизайнеру и разработчику  </a:t>
            </a:r>
            <a:endParaRPr sz="441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78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" sz="441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Отказоустойчивость — работает даже без нейросетей  </a:t>
            </a:r>
            <a:endParaRPr sz="441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78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ru" sz="441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интерфейса — CLI, веб, десктоп</a:t>
            </a:r>
            <a:endParaRPr sz="441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 достигнута: разработана автономная система визуальной валидации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Гибридный конвейер подтвердил высокую точность: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F1-score = 0,971 | MAE = 0,027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Ложные срабатывания: 34% → &lt;6%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Ключевые результаты: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Полная локальность обработки — данные не покидают ПК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Прямая интеграция с Figma API — без ручного экспорта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Русскоязычные отчёты — понятно дизайнеру и разработчику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Отказоустойчивость — работает даже без нейросетей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Все поставленные задачи решены, система готова к использованию  в учебных проектах и небольших командах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